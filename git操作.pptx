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git</a:t>
            </a:r>
            <a:r>
              <a:rPr lang="zh-CN" altLang="en-US"/>
              <a:t>操作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pPr marL="0" indent="0">
              <a:buNone/>
            </a:pPr>
            <a:r>
              <a:rPr lang="zh-CN" altLang="en-US"/>
              <a:t>如何将本地的仓库上传到</a:t>
            </a:r>
            <a:r>
              <a:rPr lang="en-US" altLang="zh-CN"/>
              <a:t>github</a:t>
            </a:r>
            <a:r>
              <a:rPr lang="zh-CN" altLang="en-US"/>
              <a:t>仓库</a:t>
            </a:r>
            <a:r>
              <a:rPr lang="zh-CN" altLang="en-US"/>
              <a:t>中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首先先新建一个空的文件</a:t>
            </a:r>
            <a:r>
              <a:rPr lang="zh-CN" altLang="en-US"/>
              <a:t>夹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在空的文件夹中打开</a:t>
            </a:r>
            <a:r>
              <a:rPr lang="en-US" altLang="zh-CN"/>
              <a:t>git bash </a:t>
            </a:r>
            <a:r>
              <a:rPr lang="zh-CN" altLang="en-US"/>
              <a:t>右键</a:t>
            </a:r>
            <a:r>
              <a:rPr lang="en-US" altLang="zh-CN"/>
              <a:t>git bash </a:t>
            </a:r>
            <a:r>
              <a:rPr lang="zh-CN" altLang="en-US"/>
              <a:t>然后再敲入</a:t>
            </a:r>
            <a:r>
              <a:rPr lang="en-US" altLang="zh-CN"/>
              <a:t>git in</a:t>
            </a:r>
            <a:r>
              <a:rPr lang="en-US" altLang="zh-CN"/>
              <a:t>it 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en-US" altLang="zh-CN">
                <a:sym typeface="+mn-ea"/>
              </a:rPr>
              <a:t>SSH  </a:t>
            </a:r>
            <a:r>
              <a:rPr lang="zh-CN" altLang="en-US">
                <a:sym typeface="+mn-ea"/>
              </a:rPr>
              <a:t>远程登录安全协议</a:t>
            </a:r>
            <a:r>
              <a:rPr lang="en-US" altLang="zh-CN">
                <a:sym typeface="+mn-ea"/>
              </a:rPr>
              <a:t>Secure Shell  </a:t>
            </a:r>
            <a:r>
              <a:rPr lang="zh-CN" altLang="en-US">
                <a:sym typeface="+mn-ea"/>
              </a:rPr>
              <a:t>非对称加密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</Words>
  <Application>WPS 演示</Application>
  <PresentationFormat>宽屏</PresentationFormat>
  <Paragraphs>8</Paragraphs>
  <Slides>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git操作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生命之树</cp:lastModifiedBy>
  <cp:revision>161</cp:revision>
  <dcterms:created xsi:type="dcterms:W3CDTF">2019-06-19T02:08:00Z</dcterms:created>
  <dcterms:modified xsi:type="dcterms:W3CDTF">2025-11-27T09:04:54Z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84FD7E7E59644E089465B828BC45D107_11</vt:lpwstr>
  </property>
</Properties>
</file>