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git</a:t>
            </a:r>
            <a:r>
              <a:rPr lang="zh-CN" altLang="en-US"/>
              <a:t>操作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如何将本地的仓库上传到</a:t>
            </a:r>
            <a:r>
              <a:rPr lang="en-US" altLang="zh-CN"/>
              <a:t>github</a:t>
            </a:r>
            <a:r>
              <a:rPr lang="zh-CN" altLang="en-US"/>
              <a:t>仓库</a:t>
            </a:r>
            <a:r>
              <a:rPr lang="zh-CN" altLang="en-US"/>
              <a:t>中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首先先新建一个空的文件</a:t>
            </a:r>
            <a:r>
              <a:rPr lang="zh-CN" altLang="en-US"/>
              <a:t>夹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在空的文件夹中打开</a:t>
            </a:r>
            <a:r>
              <a:rPr lang="en-US" altLang="zh-CN"/>
              <a:t>git bash </a:t>
            </a:r>
            <a:r>
              <a:rPr lang="zh-CN" altLang="en-US"/>
              <a:t>右键</a:t>
            </a:r>
            <a:r>
              <a:rPr lang="en-US" altLang="zh-CN"/>
              <a:t>git bash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然后再敲入</a:t>
            </a:r>
            <a:r>
              <a:rPr lang="en-US" altLang="zh-CN"/>
              <a:t>git init  </a:t>
            </a:r>
            <a:r>
              <a:rPr lang="zh-CN" altLang="en-US"/>
              <a:t>然后</a:t>
            </a:r>
            <a:r>
              <a:rPr lang="en-US" altLang="zh-CN"/>
              <a:t>git add </a:t>
            </a:r>
            <a:r>
              <a:rPr lang="zh-CN" altLang="en-US"/>
              <a:t>文件</a:t>
            </a:r>
            <a:r>
              <a:rPr lang="en-US" altLang="zh-CN"/>
              <a:t> </a:t>
            </a:r>
            <a:r>
              <a:rPr lang="zh-CN" altLang="en-US"/>
              <a:t>这步操作是将这个文件放入到仓库的暂存区</a:t>
            </a:r>
            <a:r>
              <a:rPr lang="en-US" altLang="zh-CN"/>
              <a:t> </a:t>
            </a:r>
            <a:r>
              <a:rPr lang="zh-CN" altLang="en-US"/>
              <a:t>如果添加的文件和修改的文件很多可以直接</a:t>
            </a:r>
            <a:r>
              <a:rPr lang="en-US" altLang="zh-CN"/>
              <a:t>git add . </a:t>
            </a:r>
            <a:r>
              <a:rPr lang="zh-CN" altLang="en-US"/>
              <a:t>将所用的文件放入到暂存区</a:t>
            </a:r>
            <a:r>
              <a:rPr lang="zh-CN" altLang="en-US"/>
              <a:t>中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git commit -m '</a:t>
            </a:r>
            <a:r>
              <a:rPr lang="zh-CN" altLang="en-US"/>
              <a:t>所有的计算机基础的</a:t>
            </a:r>
            <a:r>
              <a:rPr lang="en-US" altLang="zh-CN"/>
              <a:t>ppt'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git log</a:t>
            </a:r>
            <a:r>
              <a:rPr lang="zh-CN" altLang="en-US"/>
              <a:t>查看提交的文件的日志</a:t>
            </a:r>
            <a:r>
              <a:rPr lang="en-US" altLang="zh-CN"/>
              <a:t>  </a:t>
            </a:r>
            <a:r>
              <a:rPr lang="zh-CN" altLang="en-US"/>
              <a:t>有一个</a:t>
            </a:r>
            <a:r>
              <a:rPr lang="en-US" altLang="zh-CN"/>
              <a:t>commit </a:t>
            </a:r>
            <a:r>
              <a:rPr lang="en-US" altLang="zh-CN"/>
              <a:t>id 03eee2bb790c05cfe492bfd3e199cbb32e878e87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git log --stat </a:t>
            </a:r>
            <a:r>
              <a:rPr lang="zh-CN" altLang="en-US"/>
              <a:t>查看每次提交了哪些修改文件</a:t>
            </a:r>
            <a:r>
              <a:rPr lang="en-US" altLang="zh-CN"/>
              <a:t> 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SSH  </a:t>
            </a:r>
            <a:r>
              <a:rPr lang="zh-CN" altLang="en-US">
                <a:sym typeface="+mn-ea"/>
              </a:rPr>
              <a:t>远程登录安全协议</a:t>
            </a:r>
            <a:r>
              <a:rPr lang="en-US" altLang="zh-CN">
                <a:sym typeface="+mn-ea"/>
              </a:rPr>
              <a:t>Secure Shell  </a:t>
            </a:r>
            <a:r>
              <a:rPr lang="zh-CN" altLang="en-US">
                <a:sym typeface="+mn-ea"/>
              </a:rPr>
              <a:t>非对称加密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从远程仓库下载文件到本地不需要验证登录身份</a:t>
            </a:r>
            <a:r>
              <a:rPr lang="zh-CN" altLang="en-US"/>
              <a:t>信息</a:t>
            </a:r>
            <a:endParaRPr lang="zh-CN" altLang="en-US"/>
          </a:p>
          <a:p>
            <a:r>
              <a:rPr lang="zh-CN" altLang="en-US"/>
              <a:t>但是如果将本地的仓库上传到你自己的线上仓库需要验证</a:t>
            </a:r>
            <a:r>
              <a:rPr lang="zh-CN" altLang="en-US"/>
              <a:t>信息。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WPS 演示</Application>
  <PresentationFormat>宽屏</PresentationFormat>
  <Paragraphs>17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git操作</vt:lpstr>
      <vt:lpstr>SSH  远程登录安全协议Secure Shell  非对称加密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169</cp:revision>
  <dcterms:created xsi:type="dcterms:W3CDTF">2019-06-19T02:08:00Z</dcterms:created>
  <dcterms:modified xsi:type="dcterms:W3CDTF">2025-11-28T03:34:08Z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84FD7E7E59644E089465B828BC45D107_11</vt:lpwstr>
  </property>
</Properties>
</file>