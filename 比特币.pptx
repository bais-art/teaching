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区块链如何控制数字货币的</a:t>
            </a:r>
            <a:r>
              <a:rPr lang="zh-CN" altLang="en-US"/>
              <a:t>产生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372235" y="2309495"/>
            <a:ext cx="1181100" cy="56451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pow</a:t>
            </a:r>
            <a:r>
              <a:rPr lang="zh-CN" altLang="en-US"/>
              <a:t>问题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3099435" y="2309495"/>
            <a:ext cx="960120" cy="56451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找到</a:t>
            </a:r>
            <a:r>
              <a:rPr lang="en-US" altLang="zh-CN"/>
              <a:t>nance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773295" y="2309495"/>
            <a:ext cx="1531620" cy="56451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广播到全网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7308215" y="2309495"/>
            <a:ext cx="1318260" cy="56451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所有节点去验证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9449435" y="2592070"/>
            <a:ext cx="496570" cy="2819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10196195" y="2592070"/>
            <a:ext cx="495935" cy="2819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10942955" y="2592070"/>
            <a:ext cx="457200" cy="2819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2553335" y="2592070"/>
            <a:ext cx="5461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4143375" y="2592070"/>
            <a:ext cx="5461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6452235" y="2531110"/>
            <a:ext cx="5461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8852535" y="2733040"/>
            <a:ext cx="5461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8930" y="608965"/>
            <a:ext cx="10395585" cy="57302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WPS 演示</Application>
  <PresentationFormat>宽屏</PresentationFormat>
  <Paragraphs>16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区块链如何控制数字货币的产生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生命之树</cp:lastModifiedBy>
  <cp:revision>160</cp:revision>
  <dcterms:created xsi:type="dcterms:W3CDTF">2019-06-19T02:08:00Z</dcterms:created>
  <dcterms:modified xsi:type="dcterms:W3CDTF">2025-10-26T13:31:42Z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95C782BC345846B8B67E1475DB5F52AF_11</vt:lpwstr>
  </property>
</Properties>
</file>