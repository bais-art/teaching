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Linux</a:t>
            </a:r>
            <a:r>
              <a:rPr lang="zh-CN" altLang="en-US"/>
              <a:t>操作</a:t>
            </a:r>
            <a:r>
              <a:rPr lang="zh-CN" altLang="en-US"/>
              <a:t>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WPS 演示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生命之树</cp:lastModifiedBy>
  <cp:revision>157</cp:revision>
  <dcterms:created xsi:type="dcterms:W3CDTF">2019-06-19T02:08:00Z</dcterms:created>
  <dcterms:modified xsi:type="dcterms:W3CDTF">2025-11-27T08:14:33Z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0C062853990941BDBDC8974C204EC8BA_11</vt:lpwstr>
  </property>
</Properties>
</file>