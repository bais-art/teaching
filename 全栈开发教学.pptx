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80" y="914400"/>
            <a:ext cx="9799320" cy="878840"/>
          </a:xfrm>
        </p:spPr>
        <p:txBody>
          <a:bodyPr>
            <a:normAutofit fontScale="90000"/>
          </a:bodyPr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80" y="2357755"/>
            <a:ext cx="9799320" cy="3771265"/>
          </a:xfrm>
        </p:spPr>
        <p:txBody>
          <a:bodyPr/>
          <a:p>
            <a:endParaRPr lang="zh-CN" altLang="en-US"/>
          </a:p>
        </p:txBody>
      </p:sp>
      <p:pic>
        <p:nvPicPr>
          <p:cNvPr id="4" name="图片 3" descr="屏幕截图 2025-12-04 1624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880" y="845185"/>
            <a:ext cx="9330690" cy="572262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生命之树</cp:lastModifiedBy>
  <cp:revision>159</cp:revision>
  <dcterms:created xsi:type="dcterms:W3CDTF">2019-06-19T02:08:00Z</dcterms:created>
  <dcterms:modified xsi:type="dcterms:W3CDTF">2025-12-04T09:16:52Z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9C0B31CE31AB4E34986F406440B41CF9_11</vt:lpwstr>
  </property>
</Properties>
</file>