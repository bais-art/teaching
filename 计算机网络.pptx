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计算机</a:t>
            </a:r>
            <a:r>
              <a:rPr lang="zh-CN" altLang="en-US"/>
              <a:t>网络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157</cp:revision>
  <dcterms:created xsi:type="dcterms:W3CDTF">2019-06-19T02:08:00Z</dcterms:created>
  <dcterms:modified xsi:type="dcterms:W3CDTF">2025-11-27T08:15:11Z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43CEDF75BE5F4B58A36B9435660255C0_11</vt:lpwstr>
  </property>
</Properties>
</file>