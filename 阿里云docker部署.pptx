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阿里云部署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购买</a:t>
            </a:r>
            <a:r>
              <a:rPr lang="en-US" altLang="zh-CN"/>
              <a:t>2</a:t>
            </a:r>
            <a:r>
              <a:rPr lang="zh-CN" altLang="en-US"/>
              <a:t>核</a:t>
            </a:r>
            <a:r>
              <a:rPr lang="en-US" altLang="zh-CN"/>
              <a:t>2G</a:t>
            </a:r>
            <a:r>
              <a:rPr lang="zh-CN" altLang="en-US"/>
              <a:t>的服务器</a:t>
            </a:r>
            <a:r>
              <a:rPr lang="en-US" altLang="zh-CN"/>
              <a:t>  </a:t>
            </a:r>
            <a:r>
              <a:rPr lang="zh-CN" altLang="en-US"/>
              <a:t>安装</a:t>
            </a:r>
            <a:r>
              <a:rPr lang="en-US" altLang="zh-CN"/>
              <a:t>ubuntu24.04</a:t>
            </a:r>
            <a:r>
              <a:rPr lang="zh-CN" altLang="en-US"/>
              <a:t>版本的</a:t>
            </a:r>
            <a:r>
              <a:rPr lang="en-US" altLang="zh-CN"/>
              <a:t>linux</a:t>
            </a:r>
            <a:r>
              <a:rPr lang="zh-CN" altLang="en-US"/>
              <a:t>操作</a:t>
            </a:r>
            <a:r>
              <a:rPr lang="zh-CN" altLang="en-US"/>
              <a:t>系统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xshell</a:t>
            </a:r>
            <a:r>
              <a:rPr lang="zh-CN" altLang="en-US"/>
              <a:t>工具连接服务器</a:t>
            </a:r>
            <a:r>
              <a:rPr lang="en-US" altLang="zh-CN"/>
              <a:t> root </a:t>
            </a:r>
            <a:r>
              <a:rPr lang="zh-CN" altLang="en-US"/>
              <a:t>密码</a:t>
            </a:r>
            <a:r>
              <a:rPr lang="en-US" altLang="zh-CN"/>
              <a:t>H</a:t>
            </a:r>
            <a:r>
              <a:rPr lang="en-US" altLang="zh-CN"/>
              <a:t>dd143467</a:t>
            </a:r>
            <a:endParaRPr lang="en-US" altLang="zh-CN"/>
          </a:p>
          <a:p>
            <a:r>
              <a:rPr lang="zh-CN" altLang="en-US"/>
              <a:t>新建一个普通用户，叫</a:t>
            </a:r>
            <a:r>
              <a:rPr lang="en-US" altLang="zh-CN"/>
              <a:t>username </a:t>
            </a:r>
            <a:r>
              <a:rPr lang="zh-CN" altLang="en-US"/>
              <a:t>：</a:t>
            </a:r>
            <a:r>
              <a:rPr lang="en-US" altLang="zh-CN"/>
              <a:t>sudo adduser username  sudo usermod -aG sudo username</a:t>
            </a:r>
            <a:r>
              <a:rPr lang="zh-CN" altLang="en-US"/>
              <a:t>赋予管理员权限</a:t>
            </a:r>
            <a:r>
              <a:rPr lang="en-US" altLang="zh-CN"/>
              <a:t> su username </a:t>
            </a:r>
            <a:r>
              <a:rPr lang="zh-CN" altLang="en-US"/>
              <a:t>切换到普通用户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sudo groupadd docker</a:t>
            </a:r>
            <a:r>
              <a:rPr lang="zh-CN" altLang="en-US"/>
              <a:t>创建</a:t>
            </a:r>
            <a:r>
              <a:rPr lang="en-US" altLang="zh-CN"/>
              <a:t>docker</a:t>
            </a:r>
            <a:r>
              <a:rPr lang="zh-CN" altLang="en-US"/>
              <a:t>用户组</a:t>
            </a:r>
            <a:r>
              <a:rPr lang="en-US" altLang="zh-CN"/>
              <a:t> sudo usermod -aG docker $USER </a:t>
            </a:r>
            <a:r>
              <a:rPr lang="zh-CN" altLang="en-US"/>
              <a:t>将当前用户组放到</a:t>
            </a:r>
            <a:r>
              <a:rPr lang="en-US" altLang="zh-CN"/>
              <a:t>docker</a:t>
            </a:r>
            <a:r>
              <a:rPr lang="zh-CN" altLang="en-US"/>
              <a:t>用户组下</a:t>
            </a:r>
            <a:r>
              <a:rPr lang="en-US" altLang="zh-CN"/>
              <a:t>  newgrp docker</a:t>
            </a:r>
            <a:r>
              <a:rPr lang="zh-CN" altLang="en-US"/>
              <a:t>更新用户组</a:t>
            </a:r>
            <a:r>
              <a:rPr lang="en-US" altLang="zh-CN"/>
              <a:t> </a:t>
            </a:r>
            <a:r>
              <a:rPr lang="zh-CN" altLang="en-US"/>
              <a:t>就可以</a:t>
            </a:r>
            <a:r>
              <a:rPr lang="en-US" altLang="zh-CN"/>
              <a:t>docker version</a:t>
            </a:r>
            <a:r>
              <a:rPr lang="zh-CN" altLang="en-US"/>
              <a:t>查看</a:t>
            </a:r>
            <a:endParaRPr lang="zh-CN" altLang="en-US"/>
          </a:p>
          <a:p>
            <a:r>
              <a:rPr lang="zh-CN" altLang="en-US"/>
              <a:t>查看软件使用</a:t>
            </a:r>
            <a:r>
              <a:rPr lang="en-US" altLang="zh-CN"/>
              <a:t>whereis </a:t>
            </a:r>
            <a:r>
              <a:rPr lang="en-US" altLang="zh-CN"/>
              <a:t>docker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nano</a:t>
            </a:r>
            <a:r>
              <a:rPr lang="zh-CN" altLang="en-US"/>
              <a:t>中编辑完成后，可以通过按</a:t>
            </a:r>
            <a:r>
              <a:rPr lang="en-US" altLang="zh-CN"/>
              <a:t>Ctrl + O</a:t>
            </a:r>
            <a:r>
              <a:rPr lang="zh-CN" altLang="en-US"/>
              <a:t>来保存文件，然后按</a:t>
            </a:r>
            <a:r>
              <a:rPr lang="en-US" altLang="zh-CN"/>
              <a:t>Enter</a:t>
            </a:r>
            <a:r>
              <a:rPr lang="zh-CN" altLang="en-US"/>
              <a:t>确认文件名，最后按</a:t>
            </a:r>
            <a:r>
              <a:rPr lang="en-US" altLang="zh-CN"/>
              <a:t>Ctrl + X</a:t>
            </a:r>
            <a:r>
              <a:rPr lang="zh-CN" altLang="en-US"/>
              <a:t>退出。</a:t>
            </a:r>
            <a:endParaRPr lang="zh-CN" altLang="en-US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162</cp:revision>
  <dcterms:created xsi:type="dcterms:W3CDTF">2019-06-19T02:08:00Z</dcterms:created>
  <dcterms:modified xsi:type="dcterms:W3CDTF">2025-11-25T06:49:51Z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89A32CEB9EC3417DAB0B10E11B89033A_11</vt:lpwstr>
  </property>
</Properties>
</file>