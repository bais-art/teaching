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1583055"/>
          </a:xfrm>
        </p:spPr>
        <p:txBody>
          <a:bodyPr/>
          <a:p>
            <a:r>
              <a:rPr lang="zh-CN" altLang="zh-CN"/>
              <a:t>手把手</a:t>
            </a:r>
            <a:r>
              <a:rPr lang="zh-CN" altLang="zh-CN"/>
              <a:t>实现比特币</a:t>
            </a:r>
            <a:r>
              <a:rPr lang="zh-CN" altLang="zh-CN"/>
              <a:t>协议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2962910"/>
            <a:ext cx="9799320" cy="2070100"/>
          </a:xfrm>
        </p:spPr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JavaScript  js</a:t>
            </a:r>
            <a:r>
              <a:rPr lang="zh-CN" altLang="en-US"/>
              <a:t>语言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干嘛的？和</a:t>
            </a:r>
            <a:r>
              <a:rPr lang="en-US" altLang="zh-CN"/>
              <a:t>solidity</a:t>
            </a:r>
            <a:r>
              <a:rPr lang="zh-CN" altLang="en-US"/>
              <a:t>语言有何区别？和</a:t>
            </a:r>
            <a:r>
              <a:rPr lang="en-US" altLang="zh-CN"/>
              <a:t>python</a:t>
            </a:r>
            <a:r>
              <a:rPr lang="zh-CN" altLang="en-US"/>
              <a:t>有何区别？为什么会有那么多语言？什么是全栈式开发</a:t>
            </a:r>
            <a:r>
              <a:rPr lang="zh-CN" altLang="en-US"/>
              <a:t>语言？</a:t>
            </a:r>
            <a:endParaRPr lang="zh-CN" altLang="en-US"/>
          </a:p>
          <a:p>
            <a:r>
              <a:rPr lang="en-US" altLang="zh-CN"/>
              <a:t>AI Agent </a:t>
            </a:r>
            <a:r>
              <a:rPr lang="zh-CN" altLang="en-US"/>
              <a:t>使用什么</a:t>
            </a:r>
            <a:r>
              <a:rPr lang="zh-CN" altLang="en-US"/>
              <a:t>语言？</a:t>
            </a:r>
            <a:endParaRPr lang="zh-CN" altLang="en-US"/>
          </a:p>
          <a:p>
            <a:r>
              <a:rPr lang="zh-CN" altLang="en-US"/>
              <a:t>如何去看</a:t>
            </a:r>
            <a:r>
              <a:rPr lang="en-US" altLang="zh-CN"/>
              <a:t>github</a:t>
            </a:r>
            <a:r>
              <a:rPr lang="zh-CN" altLang="en-US"/>
              <a:t>一些好的</a:t>
            </a:r>
            <a:r>
              <a:rPr lang="zh-CN" altLang="en-US"/>
              <a:t>项目？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实现一个点对点的电子</a:t>
            </a:r>
            <a:r>
              <a:rPr lang="zh-CN" altLang="en-US"/>
              <a:t>交易系统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WPS 演示</Application>
  <PresentationFormat>宽屏</PresentationFormat>
  <Paragraphs>11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163</cp:revision>
  <dcterms:created xsi:type="dcterms:W3CDTF">2019-06-19T02:08:00Z</dcterms:created>
  <dcterms:modified xsi:type="dcterms:W3CDTF">2025-10-09T09:55:57Z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1C11A93E0F5F40718214DEC3826F92D0_11</vt:lpwstr>
  </property>
</Properties>
</file>