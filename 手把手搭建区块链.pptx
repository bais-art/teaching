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手把手搭建区块链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157</cp:revision>
  <dcterms:created xsi:type="dcterms:W3CDTF">2019-06-19T02:08:00Z</dcterms:created>
  <dcterms:modified xsi:type="dcterms:W3CDTF">2025-10-09T09:39:10Z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75F568A5E1A14FB29CAADD40D9539701_11</vt:lpwstr>
  </property>
</Properties>
</file>